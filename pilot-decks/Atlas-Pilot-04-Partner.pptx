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320">
                <a:solidFill>
                  <a:srgbClr val="81BC36"/>
                </a:solidFill>
                <a:latin typeface="Helvetica Neue"/>
              </a:rPr>
              <a:t>ATLAS × LUCID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 Neue"/>
              </a:rPr>
              <a:t>Partner</a:t>
            </a:r>
          </a:p>
          <a:p>
            <a:pPr algn="l"/>
            <a:r>
              <a:rPr sz="3000" b="1" i="0">
                <a:solidFill>
                  <a:srgbClr val="FCC01A"/>
                </a:solidFill>
                <a:latin typeface="Helvetica Neue"/>
              </a:rPr>
              <a:t>Pilot Exploration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C7C7"/>
                </a:solidFill>
                <a:latin typeface="Helvetica Neue"/>
              </a:rPr>
              <a:t>Community partner self-service. You report service capacity for your organization — with zero access to enrollee health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6949440" cy="1051560"/>
          </a:xfrm>
          <a:prstGeom prst="round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292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FCC01A"/>
                </a:solidFill>
                <a:latin typeface="Helvetica Neue"/>
              </a:rPr>
              <a:t>YOUR LOGIN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pilot.partner@atlas.test      ·      AtlasPilot2026!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Sign in as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http://localhost:5173/app, role switcher →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Sign in and look for any enrollee roster.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There is none — a partner sees zero enrollee PHI.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Submit the service capacity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service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Complete the Z-code capacity survey and Submit.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Submission saves for “Atlas Pilot Partner Org”.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fn_save_partner_service_capacity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Ensure a partner identifier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service capacity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Provide contact details during the capacity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A partner identifier record is ensured.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fn_ensure_partner_identifier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Nullify a survey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capacity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Void a prior answer with a reason.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The answer is marked nullified with an audit note.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fn_set_partner_survey_answer_nullification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CC01A"/>
                </a:solidFill>
                <a:latin typeface="Helvetica Neue"/>
              </a:rPr>
              <a:t>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Try a public referral (logged out)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http://localhost:5173/  (no login)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Open the Referral Portal and submit a referral.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It persists to the database for staff to claim later.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FCC01A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691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Verify &amp; reset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7121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Confirm alignment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Run verification/pilot_verify.sql to replay every screen read under this identity and print an ok / row-count / error table — no clicking required.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92277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Fail-loud by design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A red banner means a real permission/RLS denial, not an empty screen. The workspace never hides a denial behind blank data.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Reset the pilot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Re-run verification/pilot_setup.sql (idempotent) to recreate the four logins and their seeded scope at any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