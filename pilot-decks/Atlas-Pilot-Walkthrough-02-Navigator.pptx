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320">
                <a:solidFill>
                  <a:srgbClr val="81BC36"/>
                </a:solidFill>
                <a:latin typeface="Helvetica Neue"/>
              </a:rPr>
              <a:t>ATLAS × LUCID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 Neue"/>
              </a:rPr>
              <a:t>Navigator</a:t>
            </a:r>
          </a:p>
          <a:p>
            <a:pPr algn="l"/>
            <a:r>
              <a:rPr sz="3000" b="1" i="0">
                <a:solidFill>
                  <a:srgbClr val="81BC36"/>
                </a:solidFill>
                <a:latin typeface="Helvetica Neue"/>
              </a:rPr>
              <a:t>Pilot Exploration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C7C7"/>
                </a:solidFill>
                <a:latin typeface="Helvetica Neue"/>
              </a:rPr>
              <a:t>Front-line case work, scoped to your assignments. You see only your two assigned enrollees and drive their journey end to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6949440" cy="1051560"/>
          </a:xfrm>
          <a:prstGeom prst="round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292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1BC36"/>
                </a:solidFill>
                <a:latin typeface="Helvetica Neue"/>
              </a:rPr>
              <a:t>YOUR LOGIN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pilot.navigator@atlas.test      ·      AtlasPilot2026!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Sign in as Navigator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http://localhost:5173/app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Enter the navigator login and password, then “sign in with email”.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The workspace opens scoped to your assignments.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Only your assigned enrollees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enroll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enrollees → enrollee picker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the enrollee picker.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Only Sandra Morrison and Marcus Thompson appear — your two assignments.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Complete a burden survey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burden_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open an enrollee → open burden survey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the domain-spectrum burden survey for an enrollee and submit.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The submission saves and history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21808"/>
            <a:ext cx="4160520" cy="74980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8F8F8F"/>
                </a:solidFill>
                <a:latin typeface="Helvetica Neue"/>
              </a:rPr>
              <a:t>COMMAND RPC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0585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1BC36"/>
                </a:solidFill>
                <a:latin typeface="Menlo"/>
              </a:rPr>
              <a:t>fn_save_enrollee_burden_submission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Your profile &amp; assignments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m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my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Review your assignment board and the enrollee burden surveys you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Profile shows assigned enrollees: 2, with each claimed enrollment.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21808"/>
            <a:ext cx="4160520" cy="74980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8F8F8F"/>
                </a:solidFill>
                <a:latin typeface="Helvetica Neue"/>
              </a:rPr>
              <a:t>COMMAND RPC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0585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1BC36"/>
                </a:solidFill>
                <a:latin typeface="Menlo"/>
              </a:rPr>
              <a:t>fn_save_navigator_competency_assessment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Refer someone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re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refer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the referral form and submit a referral into the intake queue.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The referral enters the same in-system queue staff work from.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Your station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my_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my 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your station to see the partner org and its Z-code coverage.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Station context resolves for your linked partner organization.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21808"/>
            <a:ext cx="4160520" cy="74980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8F8F8F"/>
                </a:solidFill>
                <a:latin typeface="Helvetica Neue"/>
              </a:rPr>
              <a:t>COMMAND RPC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0585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1BC36"/>
                </a:solidFill>
                <a:latin typeface="Menlo"/>
              </a:rPr>
              <a:t>fn_get_my_navigator_station_context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81BC36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691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Verify &amp; reset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7121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Confirm alignment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Run verification/pilot_verify.sql to replay every screen read under this identity and print an ok / row-count / error table — no clicking required.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92277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Fail-loud by design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A red banner means a real permission/RLS denial, not an empty screen. The workspace never hides a denial behind blank data.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Reset the pilot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Re-run verification/pilot_setup.sql (idempotent) to recreate the four logins and their seeded scope at any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