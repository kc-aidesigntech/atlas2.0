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Supervisor</a:t>
            </a:r>
          </a:p>
          <a:p>
            <a:pPr algn="l"/>
            <a:r>
              <a:rPr sz="3000" b="1" i="0">
                <a:solidFill>
                  <a:srgbClr val="81BC36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Oversight across the navigator team. You supervise every navigator and can see competency rollups and the enrollments your navigators 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1BC36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pilot.supervisor@atlas.test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Sign in as 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http://localhost:5173/app, role switcher →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Sign in and open “assigned navigators”.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 navigators you supervise are listed.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Review the competency rollup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navigator assessments / team burden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Open the navigator competency rollup.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Team competency and burden metrics populate.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Record a supervision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navigator assessments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Capture a supervision session / competency review and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 assessment is stored for that navigator.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fn_save_navigator_competency_assessment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Confirm scoped enrollee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assigned enrollees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Open enrollees covered by your navigators.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You see those enrollees; none outside your supervised navigators.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81BC36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