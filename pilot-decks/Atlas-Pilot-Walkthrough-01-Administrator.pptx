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320">
                <a:solidFill>
                  <a:srgbClr val="81BC36"/>
                </a:solidFill>
                <a:latin typeface="Helvetica Neue"/>
              </a:rPr>
              <a:t>ATLAS × LUCID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Administrator</a:t>
            </a:r>
          </a:p>
          <a:p>
            <a:pPr algn="l"/>
            <a:r>
              <a:rPr sz="3000" b="1" i="0">
                <a:solidFill>
                  <a:srgbClr val="FCC01A"/>
                </a:solidFill>
                <a:latin typeface="Helvetica Neue"/>
              </a:rPr>
              <a:t>Pilot Exploration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C7C7"/>
                </a:solidFill>
                <a:latin typeface="Helvetica Neue"/>
              </a:rPr>
              <a:t>Full-access governance. You see every enrollee and configure who can access what — while data-warehouse exports stay locked to the service role.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6949440" cy="1051560"/>
          </a:xfrm>
          <a:prstGeom prst="round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FCC01A"/>
                </a:solidFill>
                <a:latin typeface="Helvetica Neue"/>
              </a:rPr>
              <a:t>YOUR LOGIN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pilot.admin@atlas.test      ·      AtlasPilot2026!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Sign in as Administrator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http://localhost:5173/app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Enter the administrator login and password, then “sign in with email”.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The workspace bootstraps with the administrator shell.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See every enrollee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enroll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enrollees → enrollee picker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enrollee picker at the top of the workspace.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All four enrollees are visible (Elena, Marcus, Sandra, test-reference1).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Governance &amp; access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admin controls →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the system record control center to set roles and one-to-many assignments.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Live counts load (4 enrollees, 12 people, 1 org); assignments are editable.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21808"/>
            <a:ext cx="4160520" cy="74980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4406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spc="160">
                <a:solidFill>
                  <a:srgbClr val="8F8F8F"/>
                </a:solidFill>
                <a:latin typeface="Helvetica Neue"/>
              </a:rPr>
              <a:t>COMMAND RPC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05856"/>
            <a:ext cx="3840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1BC36"/>
                </a:solidFill>
                <a:latin typeface="Menlo"/>
              </a:rPr>
              <a:t>fn_access_matrix_save_*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Plan routes across partners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route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care delivery → route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Open an enrollee’s route board to match Z-codes to partner stations.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Ranked partner matches appear with score, match %, and station burden.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02920"/>
            <a:ext cx="713232" cy="713232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600" b="1">
                <a:solidFill>
                  <a:srgbClr val="000000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5720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40">
                <a:solidFill>
                  <a:srgbClr val="FCC01A"/>
                </a:solidFill>
                <a:latin typeface="Helvetica Neue"/>
              </a:rPr>
              <a:t>STEP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749808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Helvetica Neue"/>
              </a:rPr>
              <a:t>Switch role view / identity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82896" y="1819655"/>
            <a:ext cx="7077456" cy="4029075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account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874519"/>
            <a:ext cx="6967728" cy="39193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5903594"/>
            <a:ext cx="69677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 spc="60">
                <a:solidFill>
                  <a:srgbClr val="8F8F8F"/>
                </a:solidFill>
                <a:latin typeface="Helvetica Neue"/>
              </a:rPr>
              <a:t>live capture · localhost:5173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5798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account settings (top-right)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3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Helvetica Neue"/>
              </a:rPr>
              <a:t>Use the role switcher to preview any role and manage operator basics.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FCC01A"/>
                </a:solidFill>
                <a:latin typeface="Helvetica Neue"/>
              </a:rPr>
              <a:t>EXPECT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52544"/>
            <a:ext cx="4160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C7C7C7"/>
                </a:solidFill>
                <a:latin typeface="Helvetica Neue"/>
              </a:rPr>
              <a:t>Current role view = administrator; warehouse exports stay service-role only.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FCC01A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Verify &amp; reset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7121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Confirm alignment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Run verification/pilot_verify.sql to replay every screen read under this identity and print an ok / row-count / error table — no clicking required.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2277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Fail-loud by design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A red banner means a real permission/RLS denial, not an empty screen. The workspace never hides a denial behind blank data.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Reset the pilot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Re-run verification/pilot_setup.sql (idempotent) to recreate the four logins and their seeded scope at any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FCC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