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Supervisor</a:t>
            </a:r>
          </a:p>
          <a:p>
            <a:pPr algn="l"/>
            <a:r>
              <a:rPr sz="3000" b="1" i="0">
                <a:solidFill>
                  <a:srgbClr val="81BC36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Oversight across the navigator team. You supervise every navigator and can see competency rollups and the enrollments your navigators cover.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1BC36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pilot.supervisor@atlas.test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Sign in as Supervisor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http://localhost:5173/app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Enter the supervisor login and password, then “sign in with email”.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The workspace opens with the supervisor shell.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See your navigators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assigned_navig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assigned navigators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assigned-navigators 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The navigators that roll up to you are listed with their enrollee counts.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Competency rollup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navigator_assess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navigator assessments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competency rollup for your navigators.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Rolling weighted competency (3x / 2x / 1x by recency) is shown per navigator.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21808"/>
            <a:ext cx="4160520" cy="74980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F8F8F"/>
                </a:solidFill>
                <a:latin typeface="Helvetica Neue"/>
              </a:rPr>
              <a:t>COMMAND RPC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058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1BC36"/>
                </a:solidFill>
                <a:latin typeface="Menlo"/>
              </a:rPr>
              <a:t>fn_save_navigator_competency_assessment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81BC36"/>
                </a:solidFill>
                <a:latin typeface="Helvetica Neue"/>
              </a:rPr>
              <a:t>STEP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Team burden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team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team burden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team burden view across your supervised navigators.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Team-level burden metrics populate for your scope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81BC36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